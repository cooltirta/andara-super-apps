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PROPOSAL INTEGRASI &amp; KONSOLIDASI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ANDARA SUPER APPS &amp; NGAJIKU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14400" y="3474720"/>
            <a:ext cx="182880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65760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Menyandingkan Operasional Lapangan &amp; Laporan Wilayah Menjadi Satu Ekosistem Terpadu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Latar Belakang &amp; Karakteristik Platform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ANDARA SUPER APPS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Operasional &amp; Manajemen Aset Kelompok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Tap RFID Fisik: Absensi cepat di tempat kegiatan.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Smart Filtering: Pembagian kelas otomatis sesuai kategori usia, gender, dan status pernikahan.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Benda Sabilillah: Pencatatan inventaris barang fisik.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Layanan Taaruf PNKB: Matchmaking &amp; profil keluarga bahagia.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Kalender &amp; Lokasi: Penjadwalan lokal mandiri.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NGAJIKU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Cloud &amp; Portal Pelaporan Wilayah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Cloud-First Platform: Didesain untuk pelacakan jarak jauh.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Jadwal Sambung: Opsi kelas seragam (Ngaji Klp, Hasda Klp, dll).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Rekapitulasi Wilayah: Memudahkan pengurus daerah/pusat memantau kehadiran lintas kelompok.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Database RFID: Menyimpan kode kartu RFID jamaah pusat.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Matriks Perbandingan Fitur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10607040" cy="5120640"/>
        </p:xfrm>
        <a:graphic>
          <a:graphicData uri="http://schemas.openxmlformats.org/drawingml/2006/table">
            <a:tbl>
              <a:tblPr/>
              <a:tblGrid>
                <a:gridCol w="4206240"/>
                <a:gridCol w="3200400"/>
                <a:gridCol w="3200400"/>
              </a:tblGrid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Fitur &amp; Kapabilitas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Andara Super Apps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Ngajiku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Presensi Kehadiran Jamaah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(H/I/A)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(H/I/A)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Penyimpanan Kode RFID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(Database)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(Database)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Scan Tap RFID di Lokasi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(Hardware Scan)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(Hardware Scan)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Akses Mandiri Jamaah (via HP)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(Cek Presensi)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✗ Tidak (Khusus Admin)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Penyaringan Kategori Dinamis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(Smart Filter)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✗ Tidak (Manual)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Manajemen Aset Benda Sabilillah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(Inventaris Fisik)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✗ Tidak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Layanan Taaruf Tim PNKB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(Profil Taaruf)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✗ Tidak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Kalender Kegiatan &amp; Lokasi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(Agenda Sesi)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✗ Tidak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Pelacakan Status Haji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(Administrasi)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✗ Tidak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5513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</a:rPr>
                        <a:t>Rekapitulasi Lintas Kelompok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</a:rPr>
                        <a:t>✗ Tidak (Lokal Sesi)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0B981"/>
                          </a:solidFill>
                        </a:rPr>
                        <a:t>✔ Ya (Wilayah/Pusat)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Kendala Teknis: Bug Limitasi Data di UI Ngajiku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MASALAH LIMITASI QUERY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Batasan Bawaan Supabase (PostgREST) hanya menarik maksimal 100 baris data per pemanggilan.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Dampak: Kelompok besar dengan &gt;100 jamaah (seperti Andara 2 dengan 124 orang) datanya terpotong.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Jamaah di urutan index &gt;100 (termasuk Ifan Tirta Adi di index 106, Sunarti 104, dll) muncul sebagai strip (-) di UI Ngajiku karena datanya tidak ter-render.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SOLUSI &amp; WORKAROUND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Workaround Sementara Andara Super Apps: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Mengubah logika sinkronisasi untuk HANYA mengunggah data non-Alpha (status Hadir 'H' &amp; Ijin 'I') ke Supabase. Data Alpha 'A' dihapus dari database agar jumlah record di bawah 100.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Solusi Permanen di Sisi Ngajiku: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Menambahkan `.range(0, 999)` pada query database Supabase di kode web Ngajiku untuk memuat seluruh data jamaah tanpa batasan default.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 Konsolidasi: Menuju Satu "Super Apps"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Penyatuan Infrastruktur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Penyatuan Database Schema: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Menghilangkan perlunya tombol 'Sync' manual. Data di lapangan ter-update langsung di cloud wilayah.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Single Sign-On (SSO):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Pengurus menggunakan satu akun kredensial terpadu berbasis Supabase Auth.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Skalabilitas API Next.js: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Pemberantasan bug limitasi data di level API gateway secara permanen.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217920" y="137160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Hak Akses Multi-Role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217920" y="19202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 1: Jamaah Umum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Melihat riwayat kehadiran pribadi secara transparan &amp; meminjam inventaris aset sabilillah.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 2: Pengurus Kelompok/Desa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Input presensi RFID harian, update data status haji, mengelola profil taaruf PNKB, dan mendata mutasi aset Benda Sabilillah.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Role 3: Pengurus Wilayah/Pusat</a:t>
            </a:r>
            <a:endParaRPr lang="en-US" sz="14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Memantau rekapitulasi kehadiran lintas kelompok secara real-time dan mengawasi sebaran aset fisik.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Rencana Fitur Baru: Modul ZIS Terkonsolidasi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MUSTAHIK &amp; MUZAKKI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116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Pengelolaan status ekonomi jamaah terintegrasi langsung pada database profil jamaah. Memisahkan pembayar zakat (Muzakki) dengan penerima manfaat (Mustahik) secara dinamis.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37160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ZAKAT FITRAH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80560" y="20116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Rumus hitung otomatis beras/nilai nominal beras (misal: 2.5kg / 3.5L per jiwa).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Pengurus cukup menginput jumlah jiwa per KK, dan nilai zakat langsung terkalkulasi secara instan.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371600"/>
            <a:ext cx="329184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5544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ZAKAT MAAL &amp; NISAB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46720" y="2011680"/>
            <a:ext cx="2926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Kalkulator interaktif Zakat Maal perdagangan, emas, tabungan untuk jamaah.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Didukung dashboard admin untuk input nilai nisab dinamis (berdasarkan ijtihad harga emas terbaru) sebagai syarat batas wajib zakat maal.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Modul Qurban &amp; Sinergi RFID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MANAJEMEN QURBAN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05840" y="20116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Tabungan Qurban Jamaah: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Pencatatan cicilan/tabungan qurban jamaah secara berkala sepanjang tahun. Jamaah dapat memantau akumulasi dana qurban mereka secara mandiri.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Pengelolaan Hewan Qurban: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Pendataan kelompok patungan qurban (misal: sapi untuk 7 orang), harga beli hewan, dan status pembagian.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371600"/>
            <a:ext cx="5120640" cy="4389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SINERGI PENYALURAN RFID (ANTI-DOUBLE)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92240" y="201168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Validasi Distribusi dengan RFID: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Saat pembagian paket zakat fitrah atau daging qurban di lokasi, pengurus memindai kartu RFID mustahik.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Keamanan Sistem: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Sistem memverifikasi identitas dan menandai status 'Sudah Menerima'. Jika mustahik yang sama men-tap kartunya lagi, sistem menolak. Mencegah antrean ganda secara otomatis.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Laporan Real-Time Wilayah:</a:t>
            </a:r>
            <a:endParaRPr lang="en-US" sz="13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Total pengumpulan dan sebaran ZIS/Qurban dari seluruh kelompok terkapitulasi otomatis ke tingkat daerah.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Langkah Strategis: Rencana Roadmap Kerja Sama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2918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228600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Perbaikan UI &amp; Penyelarasan DB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Perbaikan kode UI Ngajiku (.range(0,999)) untuk menghentikan bug pemotongan data.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Pembersihan database presensi Supabase.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Penyelarasan format ID jamaah berbasis No. Induk.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97680" y="1645920"/>
            <a:ext cx="32918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0" y="228600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Autentikasi SSO &amp; Auto-Sync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Penyatuan hak akses pengurus (SSO) menggunakan Supabase Auth.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Integrasi background sync real-time dari Andara ke database cloud.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Pendaftaran RFID terpusat di dashboard.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863840" y="1645920"/>
            <a:ext cx="329184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828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FASE 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046720" y="2286000"/>
            <a:ext cx="29260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Rilis Modul ZIS &amp; Qurban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Pengembangan modul ZIS terpadu dengan kalkulator nisab ijtihad.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Peluncuran pencatatan tabungan qurban jamaah.</a:t>
            </a:r>
            <a:endParaRPr lang="en-US" sz="12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Uji coba penyerahan paket zakat/qurban tap RFID anti-double.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2026-07-08T17:03:11Z</dcterms:created>
  <dcterms:modified xsi:type="dcterms:W3CDTF">2026-07-08T17:03:11Z</dcterms:modified>
</cp:coreProperties>
</file>